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3D4FC"/>
                </a:solidFill>
                <a:latin typeface="Meiryo UI"/>
              </a:defRPr>
            </a:pPr>
            <a:r>
              <a:t>TRIAL  ↔  Hitluster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在庫IF Review会（第2回）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3D4FC"/>
                </a:solidFill>
                <a:latin typeface="Meiryo UI"/>
              </a:defRPr>
            </a:pPr>
            <a:r>
              <a:t>項目マッピング表・GAP分析書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379476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No.51 在庫調整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D4FC"/>
                </a:solidFill>
                <a:latin typeface="Meiryo UI"/>
              </a:defRPr>
            </a:pPr>
            <a:r>
              <a:t>差分・随時 / 区分32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3794760"/>
            <a:ext cx="411480" cy="41148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No.52 在庫一覧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D4FC"/>
                </a:solidFill>
                <a:latin typeface="Meiryo UI"/>
              </a:defRPr>
            </a:pPr>
            <a:r>
              <a:t>全件・22:00 / 区分31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3794760"/>
            <a:ext cx="411480" cy="411480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共通テーブル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D4FC"/>
                </a:solidFill>
                <a:latin typeface="Meiryo UI"/>
              </a:defRPr>
            </a:pPr>
            <a:r>
              <a:t>current_stock_data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第2回 Review会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572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E"/>
                </a:solidFill>
                <a:latin typeface="Meiryo UI"/>
              </a:defRPr>
            </a:pPr>
            <a:r>
              <a:t>全体概要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276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対象IF・共通テーブル・横断論点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3774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50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資料1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404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No.51 在庫調整 マッピング表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27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資料2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821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No.51 在庫調整 GAP分析書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931920"/>
            <a:ext cx="411480" cy="41148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77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04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資料3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9593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No.52 在庫一覧 マッピング表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709160"/>
            <a:ext cx="411480" cy="41148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7548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81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資料4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7365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No.52 在庫一覧 GAP分析書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4924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486400"/>
            <a:ext cx="411480" cy="4114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32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4589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5138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Meiryo UI"/>
              </a:defRPr>
            </a:pPr>
            <a:r>
              <a:t>確認事項・次ステップ・Q&amp;A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全体概要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両IFが同一テーブル current_stock_data を更新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第2回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84124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  <a:gridCol w="356616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観点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No.51 在庫調整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No.52 在庫一覧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データ区分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送信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随時（調整発生時）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毎日22:00 全件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差分（符号±加減算）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絶対値（スナップショット）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相手側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Hitluster 固定長IF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Hitluster 固定長IF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(store_code, jan)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(store_code, jan)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36576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54864" cy="13716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横断的な重要論点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倉庫コード(6桁) → 店舗コード(INT4) のマッピング未定義（★高・共通）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No.51 と No.52 の適用順序（IF間整合性）（★高）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last_updated_at / amount未使用 / JAN TRIM は両IF共通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資料1・2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No.51 在庫調整データ（差分・随時）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資料1：マッピング表（No.51 在庫調整）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Hitluster 区分32 ／ UPSERTで差分更新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No.51 ① マッピング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914400"/>
                <a:gridCol w="43891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Hitluster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TRIAL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変換ルール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store_code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6桁→INT4 対応表が必要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商品コード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jan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TRIM → 13桁JAN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符号+調整数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01:+ / 02:− のUPSERT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移動平均単価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不要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未使用・DEFAULT 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調整日付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last_updated_at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日付→TIMESTAMPTZ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調整コード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要確認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別テーブル要否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16052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336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1. 倉庫コード→店舗コードの対応表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6460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2. amount未使用でよいか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5721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3. 調整コード記録要否 / 新規+符号02（QA-A02）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資料2：GAP分析書（No.51 在庫調整）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全8件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No.51 ②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50292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要点</a:t>
                      </a:r>
                    </a:p>
                  </a:txBody>
                  <a:tcPr anchor="ctr">
                    <a:solidFill>
                      <a:srgbClr val="00968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倉庫コード→店舗コード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キー要素・QA-G01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差分UPSERT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01:+ / 02:− 、新規時はQA-A02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日付→TIMESTAMPTZ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00:00 / 受信 / 処理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在庫調整コード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別テーブル要否 QA-A01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排他制御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行ロック / TX内UPSERT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★低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JAN TRIM / amount / FILLER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技術対応可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48056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5371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1. 同一キー複数調整の適用順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8464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2. 新規INSERT時の符号02扱い（QA-A02）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7725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3. last_updated_atの方針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資料3・4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No.52 在庫一覧データ（全件・22:00）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資料3：マッピング表（No.52 在庫一覧）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Hitluster 区分31 ／ 全件スナップショット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No.52 ① マッピング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914400"/>
                <a:gridCol w="43891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Hitluster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TRIAL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変換ルール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store_code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No.51と共通ルール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商品コード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jan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TRIM → 13桁JAN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在庫数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要変換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絶対値をそのまま格納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移動平均単価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不要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未使用・DEFAULT 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抽出日付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last_updated_at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要確認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日付→TIMESTAMPTZ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区分/FILLER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不要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破棄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3931920"/>
            <a:ext cx="84124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54864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eiryo UI"/>
              </a:defRPr>
            </a:pPr>
            <a:r>
              <a:t>サンプル: 在庫数0 = 63.4%（2248/3545行）→ 0件格納要否（QA-B03）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709160"/>
            <a:ext cx="8412480" cy="10424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54864" cy="104241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206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1. 在庫数0の格納要否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1324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2. DELETE→INSERT vs UPSERT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資料4：GAP分析書（No.52 在庫一覧）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全8件 ／ IF間整合性が最重要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No.52 ②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84124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47548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要点</a:t>
                      </a:r>
                    </a:p>
                  </a:txBody>
                  <a:tcPr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倉庫コード→店舗コード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No.51と共通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IF間整合性（適用順序）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案A:51→52 / 案B:52→51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全件スナップショット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0件扱い・反映方式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欠損時フォールバック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維持 / 全0 / 手動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★中〜低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日付・amount・TRIM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方針or技術対応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206240"/>
            <a:ext cx="8412480" cy="10424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54864" cy="104241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1. No.51/No.52の適用順序（最終真実はどちらか）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1032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2. 欠損時は前日データ維持でよいか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確認事項まとめ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本日方針確定をお願いしたい項目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7178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914400"/>
                <a:gridCol w="5029200"/>
                <a:gridCol w="8229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区分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確認事項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倉庫コード→店舗コード定義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 / No.52 適用順序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符号± UPSERT（含 新規+符号02）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調整コード別テーブル要否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排他制御方式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在庫数0の格納要否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全件反映方式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No.52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欠損時フォールバック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last_updated_at / amount未使用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次ステップ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  <a:latin typeface="Meiryo UI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本日確認事項の方針確定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特に★高の2件（倉庫変換・適用順序）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73152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9E"/>
                </a:solidFill>
                <a:latin typeface="Meiryo U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マッピング表・GAPの更新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QA回答の反映（Hitluster表記統一済）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Meiryo UI"/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変換ルール定義書の確定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UPSERT / スナップショット処理仕様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Meiryo U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実装設計・開発着手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50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current_stock_data 取込処理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想定質問と回答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倉庫コード→店舗コードはどう決めるか？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業務側で対応表を定義・提供いただく必要があります。No.51/No.52共通ルールです（QA-G01）。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No.51とNo.52どちらが最終真実か？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案A: 一覧(52)が最新上書き / 案B: 調整(51)が最終。運用上の『正』を決める必要があります（QA-B01）。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符号01/02の加減算は正しいか？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はい。UPSERTで quantity ± 調整数。既存なしはINSERT。符号02の初期値はQA-A02で確認。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在庫数0は格納すべきか？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サンプル63.4%が0。格納しないとスナップショットの意味が薄れます。QA-B03で確認。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欠損時はどうするか？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前回維持 / 全0クリア / 手動介入。在庫精度への影響が大きいため方針確定が必要です。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調整コードは記録が必要か？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current_stock_dataに列なし。監査・分析用途があれば別テーブル、なければ破棄（QA-A01）。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amountは本当に未使用か？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現状DEFAULT 0で格納しない設計。原価連携が将来必要なら見直し（QA-G04）。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Q&amp;A  Q8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相手システム名は？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本資料では Hitluster 側固定長IFとして記載しています（旧称 sinops からの表記統一）。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3D4FC"/>
                </a:solidFill>
                <a:latin typeface="Meiryo UI"/>
              </a:defRPr>
            </a:pPr>
            <a:r>
              <a:t>第2回（在庫IF / Hitluster）のご確認をお願いいたします。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